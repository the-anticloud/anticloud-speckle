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2026-10-02T09:26:00.496752Z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e378e686d5df97e5ec9089ddaec02d83c565adc5814a01b48abba7a0b1a85d78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2026-10-02T09:26:00.496752Z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