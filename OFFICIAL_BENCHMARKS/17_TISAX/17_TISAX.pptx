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2026-10-02T09:26:01.794885Z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37a04302614e9538b70d5558bde5e43fa6fa887ea705cf6fdcf4a8da02e30310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2026-10-02T09:26:01.794885Z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