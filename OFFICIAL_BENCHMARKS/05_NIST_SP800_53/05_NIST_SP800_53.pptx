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2026-10-02T09:25:59.794603Z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4abe3faeb2333dc4c8cf88e23e0e1219b00707f7627b7f16a03855de4bdfa05e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2026-10-02T09:25:59.794603Z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